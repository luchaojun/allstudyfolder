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3C42-004F-45BA-AD0A-88FE223037FD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D9549-95D0-4FD3-8A87-4F2A26253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022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3C42-004F-45BA-AD0A-88FE223037FD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D9549-95D0-4FD3-8A87-4F2A26253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329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3C42-004F-45BA-AD0A-88FE223037FD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D9549-95D0-4FD3-8A87-4F2A26253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013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3C42-004F-45BA-AD0A-88FE223037FD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D9549-95D0-4FD3-8A87-4F2A26253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856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3C42-004F-45BA-AD0A-88FE223037FD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D9549-95D0-4FD3-8A87-4F2A26253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82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3C42-004F-45BA-AD0A-88FE223037FD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D9549-95D0-4FD3-8A87-4F2A26253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381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3C42-004F-45BA-AD0A-88FE223037FD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D9549-95D0-4FD3-8A87-4F2A26253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2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3C42-004F-45BA-AD0A-88FE223037FD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D9549-95D0-4FD3-8A87-4F2A26253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000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3C42-004F-45BA-AD0A-88FE223037FD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D9549-95D0-4FD3-8A87-4F2A26253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76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3C42-004F-45BA-AD0A-88FE223037FD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D9549-95D0-4FD3-8A87-4F2A26253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136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3C42-004F-45BA-AD0A-88FE223037FD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D9549-95D0-4FD3-8A87-4F2A26253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01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73C42-004F-45BA-AD0A-88FE223037FD}" type="datetimeFigureOut">
              <a:rPr lang="zh-CN" altLang="en-US" smtClean="0"/>
              <a:t>2024/12/11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D9549-95D0-4FD3-8A87-4F2A26253E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504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索引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1327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43" y="697807"/>
            <a:ext cx="2953162" cy="200052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56659" y="328475"/>
            <a:ext cx="655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当</a:t>
            </a:r>
            <a:r>
              <a:rPr lang="zh-CN" altLang="en-US" dirty="0"/>
              <a:t>对</a:t>
            </a:r>
            <a:r>
              <a:rPr lang="zh-CN" altLang="en-US" dirty="0" smtClean="0"/>
              <a:t>数据库的某列创建索引的时候</a:t>
            </a:r>
            <a:r>
              <a:rPr lang="en-US" altLang="zh-CN" dirty="0" smtClean="0"/>
              <a:t>, </a:t>
            </a:r>
            <a:r>
              <a:rPr lang="zh-CN" altLang="en-US" dirty="0" smtClean="0"/>
              <a:t>会生成一个索引表如下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168" y="3578293"/>
            <a:ext cx="7144747" cy="213389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29673" y="3208961"/>
            <a:ext cx="3406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同时内容表也会生成要给索引列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7280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0718" y="19530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索引的分类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980132" y="697806"/>
            <a:ext cx="60190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唯一性索引和非唯一性索引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zh-CN" altLang="en-US" dirty="0" smtClean="0"/>
              <a:t>给索引的表的列唯一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zh-CN" altLang="en-US" dirty="0" smtClean="0"/>
              <a:t>给索引的表的列不唯一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单索引和联合索引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zh-CN" altLang="en-US" dirty="0" smtClean="0"/>
              <a:t>单个列作索引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zh-CN" altLang="en-US" dirty="0" smtClean="0"/>
              <a:t>多个列作索引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3. </a:t>
            </a:r>
            <a:r>
              <a:rPr lang="zh-CN" altLang="en-US" dirty="0" smtClean="0"/>
              <a:t>普通索引和函数索引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zh-CN" altLang="en-US" dirty="0" smtClean="0"/>
              <a:t>是普通索引</a:t>
            </a:r>
            <a:endParaRPr lang="en-US" altLang="zh-CN" dirty="0" smtClean="0"/>
          </a:p>
          <a:p>
            <a:r>
              <a:rPr lang="en-US" altLang="zh-CN" dirty="0"/>
              <a:t>	</a:t>
            </a:r>
            <a:r>
              <a:rPr lang="zh-CN" altLang="en-US" dirty="0" smtClean="0"/>
              <a:t>带有</a:t>
            </a:r>
            <a:r>
              <a:rPr lang="en-US" altLang="zh-CN" dirty="0" smtClean="0"/>
              <a:t>oracle</a:t>
            </a:r>
            <a:r>
              <a:rPr lang="zh-CN" altLang="en-US" dirty="0" smtClean="0"/>
              <a:t>函数的索引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4. B</a:t>
            </a:r>
            <a:r>
              <a:rPr lang="zh-CN" altLang="en-US" dirty="0" smtClean="0"/>
              <a:t>树索引和位图索引 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    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</a:t>
            </a:r>
            <a:r>
              <a:rPr lang="zh-CN" altLang="en-US" dirty="0" smtClean="0"/>
              <a:t>属于</a:t>
            </a:r>
            <a:r>
              <a:rPr lang="en-US" altLang="zh-CN" dirty="0" smtClean="0"/>
              <a:t>B</a:t>
            </a:r>
            <a:r>
              <a:rPr lang="zh-CN" altLang="en-US" dirty="0" smtClean="0"/>
              <a:t>树索引</a:t>
            </a:r>
            <a:endParaRPr lang="en-US" altLang="zh-CN" dirty="0" smtClean="0"/>
          </a:p>
          <a:p>
            <a:r>
              <a:rPr lang="en-US" altLang="zh-CN" dirty="0" smtClean="0"/>
              <a:t>          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624" y="4599612"/>
            <a:ext cx="2229996" cy="116199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649545" y="4708956"/>
            <a:ext cx="218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位</a:t>
            </a:r>
            <a:r>
              <a:rPr lang="zh-CN" altLang="en-US" dirty="0"/>
              <a:t>图</a:t>
            </a:r>
            <a:r>
              <a:rPr lang="zh-CN" altLang="en-US" dirty="0" smtClean="0"/>
              <a:t>索引如右图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5456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45</Words>
  <Application>Microsoft Office PowerPoint</Application>
  <PresentationFormat>宽屏</PresentationFormat>
  <Paragraphs>20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索引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索引</dc:title>
  <dc:creator>NINGMEI</dc:creator>
  <cp:lastModifiedBy>NINGMEI</cp:lastModifiedBy>
  <cp:revision>5</cp:revision>
  <dcterms:created xsi:type="dcterms:W3CDTF">2024-12-11T14:45:40Z</dcterms:created>
  <dcterms:modified xsi:type="dcterms:W3CDTF">2024-12-11T14:58:26Z</dcterms:modified>
</cp:coreProperties>
</file>