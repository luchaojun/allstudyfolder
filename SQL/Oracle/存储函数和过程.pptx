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7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BAAC5-0CEF-4FAA-989A-26F00B2E6612}" type="datetimeFigureOut">
              <a:rPr lang="zh-CN" altLang="en-US" smtClean="0"/>
              <a:t>2025/2/5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15341-7EA8-4FE8-8716-4B62533C3E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4770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BAAC5-0CEF-4FAA-989A-26F00B2E6612}" type="datetimeFigureOut">
              <a:rPr lang="zh-CN" altLang="en-US" smtClean="0"/>
              <a:t>2025/2/5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15341-7EA8-4FE8-8716-4B62533C3E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72978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BAAC5-0CEF-4FAA-989A-26F00B2E6612}" type="datetimeFigureOut">
              <a:rPr lang="zh-CN" altLang="en-US" smtClean="0"/>
              <a:t>2025/2/5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15341-7EA8-4FE8-8716-4B62533C3E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73481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BAAC5-0CEF-4FAA-989A-26F00B2E6612}" type="datetimeFigureOut">
              <a:rPr lang="zh-CN" altLang="en-US" smtClean="0"/>
              <a:t>2025/2/5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15341-7EA8-4FE8-8716-4B62533C3E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68521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BAAC5-0CEF-4FAA-989A-26F00B2E6612}" type="datetimeFigureOut">
              <a:rPr lang="zh-CN" altLang="en-US" smtClean="0"/>
              <a:t>2025/2/5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15341-7EA8-4FE8-8716-4B62533C3E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4359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BAAC5-0CEF-4FAA-989A-26F00B2E6612}" type="datetimeFigureOut">
              <a:rPr lang="zh-CN" altLang="en-US" smtClean="0"/>
              <a:t>2025/2/5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15341-7EA8-4FE8-8716-4B62533C3E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25522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BAAC5-0CEF-4FAA-989A-26F00B2E6612}" type="datetimeFigureOut">
              <a:rPr lang="zh-CN" altLang="en-US" smtClean="0"/>
              <a:t>2025/2/5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15341-7EA8-4FE8-8716-4B62533C3E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53500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BAAC5-0CEF-4FAA-989A-26F00B2E6612}" type="datetimeFigureOut">
              <a:rPr lang="zh-CN" altLang="en-US" smtClean="0"/>
              <a:t>2025/2/5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15341-7EA8-4FE8-8716-4B62533C3E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44730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BAAC5-0CEF-4FAA-989A-26F00B2E6612}" type="datetimeFigureOut">
              <a:rPr lang="zh-CN" altLang="en-US" smtClean="0"/>
              <a:t>2025/2/5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15341-7EA8-4FE8-8716-4B62533C3E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31066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BAAC5-0CEF-4FAA-989A-26F00B2E6612}" type="datetimeFigureOut">
              <a:rPr lang="zh-CN" altLang="en-US" smtClean="0"/>
              <a:t>2025/2/5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15341-7EA8-4FE8-8716-4B62533C3E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6957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BAAC5-0CEF-4FAA-989A-26F00B2E6612}" type="datetimeFigureOut">
              <a:rPr lang="zh-CN" altLang="en-US" smtClean="0"/>
              <a:t>2025/2/5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15341-7EA8-4FE8-8716-4B62533C3E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40258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DBAAC5-0CEF-4FAA-989A-26F00B2E6612}" type="datetimeFigureOut">
              <a:rPr lang="zh-CN" altLang="en-US" smtClean="0"/>
              <a:t>2025/2/5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315341-7EA8-4FE8-8716-4B62533C3E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00313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存储函数和过程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86806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什么是</a:t>
            </a:r>
            <a:r>
              <a:rPr lang="en-US" altLang="zh-CN" dirty="0" smtClean="0"/>
              <a:t>PL/SQL?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037" y="1515918"/>
            <a:ext cx="11481925" cy="1135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7807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存储过程和函数简介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86" y="1538288"/>
            <a:ext cx="12022228" cy="1667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8711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13</Words>
  <Application>Microsoft Office PowerPoint</Application>
  <PresentationFormat>宽屏</PresentationFormat>
  <Paragraphs>3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等线</vt:lpstr>
      <vt:lpstr>等线 Light</vt:lpstr>
      <vt:lpstr>Arial</vt:lpstr>
      <vt:lpstr>Office 主题​​</vt:lpstr>
      <vt:lpstr>存储函数和过程</vt:lpstr>
      <vt:lpstr>什么是PL/SQL?</vt:lpstr>
      <vt:lpstr>存储过程和函数简介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存储函数和过程</dc:title>
  <dc:creator>NINGMEI</dc:creator>
  <cp:lastModifiedBy>NINGMEI</cp:lastModifiedBy>
  <cp:revision>2</cp:revision>
  <dcterms:created xsi:type="dcterms:W3CDTF">2025-02-04T16:02:01Z</dcterms:created>
  <dcterms:modified xsi:type="dcterms:W3CDTF">2025-02-04T16:05:47Z</dcterms:modified>
</cp:coreProperties>
</file>