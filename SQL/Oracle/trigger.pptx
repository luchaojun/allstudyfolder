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07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857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00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551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63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411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81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86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68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03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941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DE023-4322-40D3-99FA-50A6F7D9F1FE}" type="datetimeFigureOut">
              <a:rPr lang="zh-CN" altLang="en-US" smtClean="0"/>
              <a:t>2025/1/18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6ED7C-37CA-45B7-B817-3D9FE91C64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28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Trigger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891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11" y="458109"/>
            <a:ext cx="11936491" cy="201005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88777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什麽是觸發器</a:t>
            </a:r>
            <a:r>
              <a:rPr lang="en-US" altLang="zh-CN" dirty="0" smtClean="0"/>
              <a:t>?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1" y="3096359"/>
            <a:ext cx="11936491" cy="338184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5711" y="2727027"/>
            <a:ext cx="5230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觸發器的組成</a:t>
            </a:r>
            <a:r>
              <a:rPr lang="en-US" altLang="zh-CN" dirty="0" smtClean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385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6431" y="195309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觸發器的語法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80" y="663841"/>
            <a:ext cx="6622377" cy="223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27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</Words>
  <Application>Microsoft Office PowerPoint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Trigger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Trigger</dc:title>
  <dc:creator>NINGMEI</dc:creator>
  <cp:lastModifiedBy>NINGMEI</cp:lastModifiedBy>
  <cp:revision>4</cp:revision>
  <dcterms:created xsi:type="dcterms:W3CDTF">2025-01-18T12:05:11Z</dcterms:created>
  <dcterms:modified xsi:type="dcterms:W3CDTF">2025-01-18T12:21:37Z</dcterms:modified>
</cp:coreProperties>
</file>